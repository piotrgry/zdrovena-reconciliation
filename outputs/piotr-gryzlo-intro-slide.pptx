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11e123ca2e43f8" /><Relationship Type="http://schemas.openxmlformats.org/officeDocument/2006/relationships/extended-properties" Target="/docProps/app.xml" Id="R89e537542b364cc5" /><Relationship Type="http://schemas.openxmlformats.org/officeDocument/2006/relationships/officeDocument" Target="/ppt/presentation.xml" Id="Re625e5e9caad43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03656d74cf42a8"/>
  </p:sldMasterIdLst>
  <p:notesMasterIdLst>
    <p:notesMasterId xmlns:r="http://schemas.openxmlformats.org/officeDocument/2006/relationships" r:id="R176b30fa083b4449"/>
  </p:notesMasterIdLst>
  <p:sldIdLst>
    <p:sldId xmlns:r="http://schemas.openxmlformats.org/officeDocument/2006/relationships" id="256" r:id="R3998f800f76f4c7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214a5014394b86" /><Relationship Type="http://schemas.openxmlformats.org/officeDocument/2006/relationships/slideMaster" Target="/ppt/slideMasters/slideMaster1.xml" Id="Rd803656d74cf42a8" /><Relationship Type="http://schemas.openxmlformats.org/officeDocument/2006/relationships/notesMaster" Target="/ppt/notesMasters/notesMaster1.xml" Id="R176b30fa083b4449" /><Relationship Type="http://schemas.openxmlformats.org/officeDocument/2006/relationships/presProps" Target="/ppt/presProps.xml" Id="R2f263daefe754af6" /><Relationship Type="http://schemas.openxmlformats.org/officeDocument/2006/relationships/tableStyles" Target="/ppt/tableStyles.xml" Id="Rfb53260ebdf348a6" /><Relationship Type="http://schemas.openxmlformats.org/officeDocument/2006/relationships/slide" Target="/ppt/slides/slide1.xml" Id="R3998f800f76f4c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0f152cc1c24a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c2a1f1495a40c1" /><Relationship Type="http://schemas.openxmlformats.org/officeDocument/2006/relationships/notesMaster" Target="/ppt/notesMasters/notesMaster1.xml" Id="R8be55a111e5c49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1bd0df28af40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4b45b4822f43f4" /><Relationship Type="http://schemas.openxmlformats.org/officeDocument/2006/relationships/slideLayout" Target="/ppt/slideLayouts/slideLayout1.xml" Id="R1766e9ae806844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66e9ae806844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9400c76ee4961" /><Relationship Type="http://schemas.openxmlformats.org/officeDocument/2006/relationships/image" Target="/ppt/media/image.jpeg" Id="R15b401d3a14947af" /><Relationship Type="http://schemas.openxmlformats.org/officeDocument/2006/relationships/notesSlide" Target="/ppt/notesSlides/notesSlide1.xml" Id="Rd5c835b7e3d442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ain-title">
            <a:extLst xmlns:a="http://schemas.openxmlformats.org/drawingml/2006/main">
              <a:ext uri="{FF2B5EF4-FFF2-40B4-BE49-F238E27FC236}">
                <a16:creationId xmlns:a16="http://schemas.microsoft.com/office/drawing/2014/main" id="{17128A91-9962-46C6-8322-D0DE63BB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5524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Hi, I’m Piotr.</a:t>
            </a:r>
          </a:p>
        </p:txBody>
      </p:sp>
      <p:sp>
        <p:nvSpPr>
          <p:cNvPr id="2" name="professional-eyebrow">
            <a:extLst xmlns:a="http://schemas.openxmlformats.org/drawingml/2006/main">
              <a:ext uri="{FF2B5EF4-FFF2-40B4-BE49-F238E27FC236}">
                <a16:creationId xmlns:a16="http://schemas.microsoft.com/office/drawing/2014/main" id="{E018A843-5A97-467F-B057-12218F96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552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EPAM SYSTEMS  ·  AZURE-CERTIFIED DEVELOPER</a:t>
            </a:r>
          </a:p>
        </p:txBody>
      </p:sp>
      <p:sp>
        <p:nvSpPr>
          <p:cNvPr id="3" name="intro-copy">
            <a:extLst xmlns:a="http://schemas.openxmlformats.org/drawingml/2006/main">
              <a:ext uri="{FF2B5EF4-FFF2-40B4-BE49-F238E27FC236}">
                <a16:creationId xmlns:a16="http://schemas.microsoft.com/office/drawing/2014/main" id="{F5238EC1-59E3-4DCE-813A-7D0EBA84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33575"/>
            <a:ext cx="52578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202020"/>
                </a:solidFill>
                <a:latin typeface="Helvetica Neue"/>
                <a:ea typeface="Helvetica Neue"/>
                <a:cs typeface="Helvetica Neue"/>
              </a:defRPr>
            </a:pPr>
            <a:r>
              <a:t>I enjoy turning complex workflows into reliable cloud solutions — and learning how software meets precision engineering.</a:t>
            </a:r>
          </a:p>
        </p:txBody>
      </p:sp>
      <p:sp>
        <p:nvSpPr>
          <p:cNvPr id="4" name="detail-rule-1">
            <a:extLst xmlns:a="http://schemas.openxmlformats.org/drawingml/2006/main">
              <a:ext uri="{FF2B5EF4-FFF2-40B4-BE49-F238E27FC236}">
                <a16:creationId xmlns:a16="http://schemas.microsoft.com/office/drawing/2014/main" id="{EEA749C2-7A24-4CF2-941A-912B700C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670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work-label">
            <a:extLst xmlns:a="http://schemas.openxmlformats.org/drawingml/2006/main">
              <a:ext uri="{FF2B5EF4-FFF2-40B4-BE49-F238E27FC236}">
                <a16:creationId xmlns:a16="http://schemas.microsoft.com/office/drawing/2014/main" id="{A54E5C64-7C92-47E5-BE8F-C9287015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A6A"/>
                </a:solidFill>
                <a:latin typeface="Helvetica Neue"/>
                <a:ea typeface="Helvetica Neue"/>
                <a:cs typeface="Helvetica Neue"/>
              </a:defRPr>
            </a:pPr>
            <a:r>
              <a:t>AT WORK</a:t>
            </a:r>
          </a:p>
        </p:txBody>
      </p:sp>
      <p:sp>
        <p:nvSpPr>
          <p:cNvPr id="6" name="work-value">
            <a:extLst xmlns:a="http://schemas.openxmlformats.org/drawingml/2006/main">
              <a:ext uri="{FF2B5EF4-FFF2-40B4-BE49-F238E27FC236}">
                <a16:creationId xmlns:a16="http://schemas.microsoft.com/office/drawing/2014/main" id="{CF4B2A52-BFCC-4BEB-BE83-5E1EB3C9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90900"/>
            <a:ext cx="3848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Cloud engineering, integrations &amp; automation</a:t>
            </a:r>
          </a:p>
        </p:txBody>
      </p:sp>
      <p:sp>
        <p:nvSpPr>
          <p:cNvPr id="7" name="detail-rule-2">
            <a:extLst xmlns:a="http://schemas.openxmlformats.org/drawingml/2006/main">
              <a:ext uri="{FF2B5EF4-FFF2-40B4-BE49-F238E27FC236}">
                <a16:creationId xmlns:a16="http://schemas.microsoft.com/office/drawing/2014/main" id="{A7E4F3AF-D171-46B9-917B-C2DA8B3C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urrent-label">
            <a:extLst xmlns:a="http://schemas.openxmlformats.org/drawingml/2006/main">
              <a:ext uri="{FF2B5EF4-FFF2-40B4-BE49-F238E27FC236}">
                <a16:creationId xmlns:a16="http://schemas.microsoft.com/office/drawing/2014/main" id="{A9759E5B-504E-452A-A88E-5B36DA1D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86225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A6A"/>
                </a:solidFill>
                <a:latin typeface="Helvetica Neue"/>
                <a:ea typeface="Helvetica Neue"/>
                <a:cs typeface="Helvetica Neue"/>
              </a:defRPr>
            </a:pPr>
            <a:r>
              <a:t>RIGHT NOW</a:t>
            </a:r>
          </a:p>
        </p:txBody>
      </p:sp>
      <p:sp>
        <p:nvSpPr>
          <p:cNvPr id="9" name="current-value">
            <a:extLst xmlns:a="http://schemas.openxmlformats.org/drawingml/2006/main">
              <a:ext uri="{FF2B5EF4-FFF2-40B4-BE49-F238E27FC236}">
                <a16:creationId xmlns:a16="http://schemas.microsoft.com/office/drawing/2014/main" id="{04C7AA64-F364-43A8-A3C0-74F6726E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48125"/>
            <a:ext cx="3848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Joining the ASML project</a:t>
            </a:r>
          </a:p>
        </p:txBody>
      </p:sp>
      <p:sp>
        <p:nvSpPr>
          <p:cNvPr id="10" name="detail-rule-3">
            <a:extLst xmlns:a="http://schemas.openxmlformats.org/drawingml/2006/main">
              <a:ext uri="{FF2B5EF4-FFF2-40B4-BE49-F238E27FC236}">
                <a16:creationId xmlns:a16="http://schemas.microsoft.com/office/drawing/2014/main" id="{D26A15F7-6C52-4905-B912-2B3807A7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8152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utside-label">
            <a:extLst xmlns:a="http://schemas.openxmlformats.org/drawingml/2006/main">
              <a:ext uri="{FF2B5EF4-FFF2-40B4-BE49-F238E27FC236}">
                <a16:creationId xmlns:a16="http://schemas.microsoft.com/office/drawing/2014/main" id="{6B02FFFA-1CA0-40C4-A8DE-6716A790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43450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A6A"/>
                </a:solidFill>
                <a:latin typeface="Helvetica Neue"/>
                <a:ea typeface="Helvetica Neue"/>
                <a:cs typeface="Helvetica Neue"/>
              </a:defRPr>
            </a:pPr>
            <a:r>
              <a:t>OUTSIDE WORK</a:t>
            </a:r>
          </a:p>
        </p:txBody>
      </p:sp>
      <p:sp>
        <p:nvSpPr>
          <p:cNvPr id="12" name="outside-value">
            <a:extLst xmlns:a="http://schemas.openxmlformats.org/drawingml/2006/main">
              <a:ext uri="{FF2B5EF4-FFF2-40B4-BE49-F238E27FC236}">
                <a16:creationId xmlns:a16="http://schemas.microsoft.com/office/drawing/2014/main" id="{4D11AA92-299F-4AA1-A9C1-CEB44A57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05350"/>
            <a:ext cx="3848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Certified snowboard instructor</a:t>
            </a:r>
          </a:p>
        </p:txBody>
      </p:sp>
      <p:sp>
        <p:nvSpPr>
          <p:cNvPr id="13" name="linkedin-footer">
            <a:extLst xmlns:a="http://schemas.openxmlformats.org/drawingml/2006/main">
              <a:ext uri="{FF2B5EF4-FFF2-40B4-BE49-F238E27FC236}">
                <a16:creationId xmlns:a16="http://schemas.microsoft.com/office/drawing/2014/main" id="{9B2F5217-A0AF-40EB-9042-A9446C1D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96025"/>
            <a:ext cx="342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A6A6A"/>
                </a:solidFill>
                <a:latin typeface="Helvetica Neue"/>
                <a:ea typeface="Helvetica Neue"/>
                <a:cs typeface="Helvetica Neue"/>
              </a:defRPr>
            </a:pPr>
            <a:r>
              <a:t>linkedin.com/in/piotr-gryzlo</a:t>
            </a:r>
          </a:p>
        </p:txBody>
      </p:sp>
      <p:sp>
        <p:nvSpPr>
          <p:cNvPr id="14" name="portrait-panel">
            <a:extLst xmlns:a="http://schemas.openxmlformats.org/drawingml/2006/main">
              <a:ext uri="{FF2B5EF4-FFF2-40B4-BE49-F238E27FC236}">
                <a16:creationId xmlns:a16="http://schemas.microsoft.com/office/drawing/2014/main" id="{4E26A6FF-5967-4007-8E07-58E2A11B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43550" cy="5600700"/>
          </a:xfrm>
          <a:prstGeom xmlns:a="http://schemas.openxmlformats.org/drawingml/2006/main" prst="roundRect">
            <a:avLst>
              <a:gd name="adj" fmla="val 137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portrait-initials">
            <a:extLst xmlns:a="http://schemas.openxmlformats.org/drawingml/2006/main">
              <a:ext uri="{FF2B5EF4-FFF2-40B4-BE49-F238E27FC236}">
                <a16:creationId xmlns:a16="http://schemas.microsoft.com/office/drawing/2014/main" id="{20370E99-2933-49C6-BAD8-3F2ED125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628650"/>
            <a:ext cx="476250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0" b="1">
                <a:solidFill>
                  <a:srgbClr val="CFE5F2"/>
                </a:solidFill>
                <a:latin typeface="Helvetica Neue"/>
                <a:ea typeface="Helvetica Neue"/>
                <a:cs typeface="Helvetica Neue"/>
              </a:defRPr>
            </a:pPr>
            <a:r>
              <a:t>PG</a:t>
            </a:r>
          </a:p>
        </p:txBody>
      </p:sp>
      <p:sp>
        <p:nvSpPr>
          <p:cNvPr id="16" name="visual-tagline">
            <a:extLst xmlns:a="http://schemas.openxmlformats.org/drawingml/2006/main">
              <a:ext uri="{FF2B5EF4-FFF2-40B4-BE49-F238E27FC236}">
                <a16:creationId xmlns:a16="http://schemas.microsoft.com/office/drawing/2014/main" id="{38347357-5FA6-467C-B57D-34A4CD48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648200"/>
            <a:ext cx="4286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Curious by default.</a:t>
            </a:r>
          </a:p>
        </p:txBody>
      </p:sp>
      <p:sp>
        <p:nvSpPr>
          <p:cNvPr id="17" name="visual-subtitle">
            <a:extLst xmlns:a="http://schemas.openxmlformats.org/drawingml/2006/main">
              <a:ext uri="{FF2B5EF4-FFF2-40B4-BE49-F238E27FC236}">
                <a16:creationId xmlns:a16="http://schemas.microsoft.com/office/drawing/2014/main" id="{3E67BEE1-EB6C-4ADC-AD5B-12513721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114925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3D5B70"/>
                </a:solidFill>
                <a:latin typeface="Helvetica Neue"/>
                <a:ea typeface="Helvetica Neue"/>
                <a:cs typeface="Helvetica Neue"/>
              </a:defRPr>
            </a:pPr>
            <a:r>
              <a:t>Software  ·  cloud  ·  precision</a:t>
            </a:r>
          </a:p>
        </p:txBody>
      </p:sp>
      <p:sp>
        <p:nvSpPr>
          <p:cNvPr id="18" name="location">
            <a:extLst xmlns:a="http://schemas.openxmlformats.org/drawingml/2006/main">
              <a:ext uri="{FF2B5EF4-FFF2-40B4-BE49-F238E27FC236}">
                <a16:creationId xmlns:a16="http://schemas.microsoft.com/office/drawing/2014/main" id="{D786EAB7-A4B0-46AF-A090-54D27F0F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562600"/>
            <a:ext cx="428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A6A6A"/>
                </a:solidFill>
                <a:latin typeface="Helvetica Neue"/>
                <a:ea typeface="Helvetica Neue"/>
                <a:cs typeface="Helvetica Neue"/>
              </a:defRPr>
            </a:pPr>
            <a:r>
              <a:t>Southern Poland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b401d3a14947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20025" y="1752600"/>
            <a:ext cx="2438400" cy="2438400"/>
          </a:xfrm>
          <a:prstGeom xmlns:a="http://schemas.openxmlformats.org/drawingml/2006/main"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7144082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2026-07-22T11:32:14.0800000Z</dcterms:created>
  <dcterms:modified xsi:type="dcterms:W3CDTF">2026-07-22T11:32:14.0800000Z</dcterms:modified>
</coreProperties>
</file>